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914"/>
    <p:restoredTop sz="94615"/>
  </p:normalViewPr>
  <p:slideViewPr>
    <p:cSldViewPr snapToGrid="0" snapToObjects="1">
      <p:cViewPr varScale="1">
        <p:scale>
          <a:sx n="129" d="100"/>
          <a:sy n="129" d="100"/>
        </p:scale>
        <p:origin x="3144" y="6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SMART SUPPLY CHAIN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AI-Powered Decision Platform</a:t>
            </a:r>
          </a:p>
          <a:p>
            <a:pPr lvl="1"/>
            <a:r>
              <a:rPr dirty="0"/>
              <a:t>Supply Chain • IA • </a:t>
            </a:r>
            <a:r>
              <a:rPr dirty="0" err="1"/>
              <a:t>Cybersécurité</a:t>
            </a:r>
            <a:endParaRPr dirty="0"/>
          </a:p>
          <a:p>
            <a:pPr lvl="1"/>
            <a:r>
              <a:rPr dirty="0"/>
              <a:t>Objectif : transformer les données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décisions</a:t>
            </a:r>
            <a:r>
              <a:rPr dirty="0"/>
              <a:t> </a:t>
            </a:r>
            <a:r>
              <a:rPr dirty="0" err="1"/>
              <a:t>exploitables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Problème métier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/>
            <a:r>
              <a:t>Manque de visibilité temps réel</a:t>
            </a:r>
          </a:p>
          <a:p>
            <a:pPr lvl="1"/>
            <a:r>
              <a:t>Difficulté à anticiper les ruptures</a:t>
            </a:r>
          </a:p>
          <a:p>
            <a:pPr lvl="1"/>
            <a:r>
              <a:t>Données peu exploitées ou trop techniques</a:t>
            </a:r>
          </a:p>
          <a:p>
            <a:pPr lvl="1"/>
            <a:r>
              <a:t>Décisions souvent réactives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Notre réponse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lvl="1"/>
            <a:r>
              <a:rPr dirty="0"/>
              <a:t>Un dashboard intelligent</a:t>
            </a:r>
          </a:p>
          <a:p>
            <a:pPr lvl="1"/>
            <a:r>
              <a:rPr dirty="0" err="1"/>
              <a:t>Analyse</a:t>
            </a:r>
            <a:r>
              <a:rPr dirty="0"/>
              <a:t> </a:t>
            </a:r>
            <a:r>
              <a:rPr dirty="0" err="1"/>
              <a:t>automatique</a:t>
            </a:r>
            <a:r>
              <a:rPr dirty="0"/>
              <a:t> des données</a:t>
            </a:r>
          </a:p>
          <a:p>
            <a:pPr lvl="1"/>
            <a:r>
              <a:rPr dirty="0" err="1"/>
              <a:t>Priorisation</a:t>
            </a:r>
            <a:r>
              <a:rPr dirty="0"/>
              <a:t> par scoring</a:t>
            </a:r>
          </a:p>
          <a:p>
            <a:pPr lvl="1"/>
            <a:r>
              <a:rPr dirty="0" err="1"/>
              <a:t>Recommandations</a:t>
            </a:r>
            <a:r>
              <a:rPr dirty="0"/>
              <a:t> </a:t>
            </a:r>
            <a:r>
              <a:rPr dirty="0" err="1"/>
              <a:t>concrètes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Dashboard </a:t>
            </a:r>
            <a:r>
              <a:rPr dirty="0" err="1"/>
              <a:t>exécutif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lvl="1"/>
            <a:r>
              <a:rPr dirty="0"/>
              <a:t>Vue </a:t>
            </a:r>
            <a:r>
              <a:rPr lang="fr-FR" dirty="0"/>
              <a:t>spécifique </a:t>
            </a:r>
            <a:r>
              <a:rPr lang="fr-FR" dirty="0" err="1"/>
              <a:t>Supply</a:t>
            </a:r>
            <a:r>
              <a:rPr lang="fr-FR" dirty="0"/>
              <a:t> Chain, focus sur les </a:t>
            </a:r>
            <a:r>
              <a:rPr lang="fr-FR" dirty="0" err="1"/>
              <a:t>CdV</a:t>
            </a:r>
            <a:r>
              <a:rPr dirty="0"/>
              <a:t> </a:t>
            </a:r>
            <a:endParaRPr lang="fr-FR" dirty="0"/>
          </a:p>
          <a:p>
            <a:pPr lvl="1"/>
            <a:r>
              <a:rPr lang="en-MA" dirty="0"/>
              <a:t>Paramètrafes autours des CdV (Clients, </a:t>
            </a:r>
            <a:r>
              <a:rPr lang="fr-FR" dirty="0"/>
              <a:t>s</a:t>
            </a:r>
            <a:r>
              <a:rPr dirty="0"/>
              <a:t>tocks</a:t>
            </a:r>
            <a:r>
              <a:rPr lang="fr-FR" dirty="0"/>
              <a:t> (</a:t>
            </a:r>
            <a:r>
              <a:rPr lang="fr-FR" dirty="0" err="1"/>
              <a:t>manual</a:t>
            </a:r>
            <a:r>
              <a:rPr lang="fr-FR" dirty="0"/>
              <a:t>)</a:t>
            </a:r>
            <a:r>
              <a:rPr dirty="0"/>
              <a:t>, </a:t>
            </a:r>
            <a:r>
              <a:rPr dirty="0" err="1"/>
              <a:t>commandes</a:t>
            </a:r>
            <a:r>
              <a:rPr dirty="0"/>
              <a:t>, </a:t>
            </a:r>
            <a:r>
              <a:rPr dirty="0" err="1"/>
              <a:t>délais</a:t>
            </a:r>
            <a:r>
              <a:rPr dirty="0"/>
              <a:t> </a:t>
            </a:r>
            <a:r>
              <a:rPr lang="fr-FR" dirty="0"/>
              <a:t>internes, de fabrication, calendrier, livraison, etc.)</a:t>
            </a:r>
            <a:endParaRPr dirty="0"/>
          </a:p>
          <a:p>
            <a:pPr lvl="1"/>
            <a:r>
              <a:rPr dirty="0"/>
              <a:t>Identification </a:t>
            </a:r>
            <a:r>
              <a:rPr dirty="0" err="1"/>
              <a:t>rapide</a:t>
            </a:r>
            <a:r>
              <a:rPr dirty="0"/>
              <a:t> des points critiques</a:t>
            </a:r>
          </a:p>
          <a:p>
            <a:pPr lvl="1"/>
            <a:r>
              <a:rPr dirty="0"/>
              <a:t>Interface </a:t>
            </a:r>
            <a:r>
              <a:rPr dirty="0" err="1"/>
              <a:t>claire</a:t>
            </a:r>
            <a:r>
              <a:rPr dirty="0"/>
              <a:t> et </a:t>
            </a:r>
            <a:r>
              <a:rPr dirty="0" err="1"/>
              <a:t>actionnable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Exemples de </a:t>
            </a:r>
            <a:r>
              <a:rPr dirty="0"/>
              <a:t>KPIs </a:t>
            </a:r>
            <a:r>
              <a:rPr dirty="0" err="1"/>
              <a:t>clés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lvl="1"/>
            <a:r>
              <a:rPr dirty="0" err="1"/>
              <a:t>Taux</a:t>
            </a:r>
            <a:r>
              <a:rPr dirty="0"/>
              <a:t> de rupture</a:t>
            </a:r>
          </a:p>
          <a:p>
            <a:pPr lvl="1"/>
            <a:r>
              <a:rPr dirty="0" err="1"/>
              <a:t>Niveau</a:t>
            </a:r>
            <a:r>
              <a:rPr dirty="0"/>
              <a:t> de service</a:t>
            </a:r>
          </a:p>
          <a:p>
            <a:pPr lvl="1"/>
            <a:r>
              <a:rPr dirty="0" err="1"/>
              <a:t>Délai</a:t>
            </a:r>
            <a:r>
              <a:rPr dirty="0"/>
              <a:t> moyen </a:t>
            </a:r>
            <a:r>
              <a:rPr lang="fr-FR" dirty="0"/>
              <a:t>livraison</a:t>
            </a:r>
            <a:endParaRPr dirty="0"/>
          </a:p>
          <a:p>
            <a:pPr lvl="1"/>
            <a:r>
              <a:rPr dirty="0" err="1"/>
              <a:t>Produits</a:t>
            </a:r>
            <a:r>
              <a:rPr dirty="0"/>
              <a:t> critiques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Scoring intelligent (différenciateur)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Priorisation automatique</a:t>
            </a:r>
          </a:p>
          <a:p>
            <a:pPr lvl="1"/>
            <a:r>
              <a:t>Score risque produit (rupture, volatilité)</a:t>
            </a:r>
          </a:p>
          <a:p>
            <a:pPr lvl="1"/>
            <a:r>
              <a:t>Score fournisseur (fiabilité, délais)</a:t>
            </a:r>
          </a:p>
          <a:p>
            <a:pPr lvl="1"/>
            <a:r>
              <a:t>Score global supply chain</a:t>
            </a:r>
          </a:p>
          <a:p>
            <a:pPr lvl="1"/>
            <a:r>
              <a:t>Lecture rapide : 🔴 🟠 🟢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Analyse intelligente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lvl="1"/>
            <a:r>
              <a:rPr dirty="0" err="1"/>
              <a:t>Détection</a:t>
            </a:r>
            <a:r>
              <a:rPr dirty="0"/>
              <a:t> </a:t>
            </a:r>
            <a:r>
              <a:rPr dirty="0" err="1"/>
              <a:t>d’anomalies</a:t>
            </a:r>
            <a:r>
              <a:rPr dirty="0"/>
              <a:t> </a:t>
            </a:r>
            <a:r>
              <a:rPr dirty="0" err="1"/>
              <a:t>automatiques</a:t>
            </a:r>
            <a:endParaRPr dirty="0"/>
          </a:p>
          <a:p>
            <a:pPr lvl="1"/>
            <a:r>
              <a:rPr dirty="0"/>
              <a:t>Identification des tendances </a:t>
            </a:r>
            <a:r>
              <a:rPr dirty="0" err="1"/>
              <a:t>anormales</a:t>
            </a:r>
            <a:endParaRPr dirty="0"/>
          </a:p>
          <a:p>
            <a:pPr lvl="1"/>
            <a:r>
              <a:rPr b="1" dirty="0"/>
              <a:t>Insights </a:t>
            </a:r>
            <a:r>
              <a:rPr b="1" dirty="0" err="1"/>
              <a:t>générés</a:t>
            </a:r>
            <a:r>
              <a:rPr b="1" dirty="0"/>
              <a:t> </a:t>
            </a:r>
            <a:r>
              <a:rPr b="1" dirty="0" err="1"/>
              <a:t>automatiquement</a:t>
            </a:r>
            <a:endParaRPr b="1" dirty="0"/>
          </a:p>
          <a:p>
            <a:pPr lvl="1"/>
            <a:r>
              <a:rPr dirty="0"/>
              <a:t>Ex : rupture probable, surcharge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Insights générés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lvl="1"/>
            <a:r>
              <a:rPr dirty="0" err="1"/>
              <a:t>Produit</a:t>
            </a:r>
            <a:r>
              <a:rPr dirty="0"/>
              <a:t> X → rupture sous 5 </a:t>
            </a:r>
            <a:r>
              <a:rPr dirty="0" err="1"/>
              <a:t>jours</a:t>
            </a:r>
            <a:endParaRPr lang="fr-FR" dirty="0"/>
          </a:p>
          <a:p>
            <a:pPr lvl="1"/>
            <a:r>
              <a:rPr dirty="0" err="1"/>
              <a:t>Commande</a:t>
            </a:r>
            <a:r>
              <a:rPr dirty="0"/>
              <a:t> Z → volume </a:t>
            </a:r>
            <a:r>
              <a:rPr dirty="0" err="1"/>
              <a:t>inhabituel</a:t>
            </a:r>
            <a:endParaRPr dirty="0"/>
          </a:p>
          <a:p>
            <a:pPr lvl="1"/>
            <a:r>
              <a:rPr dirty="0"/>
              <a:t>Passage du reporting à </a:t>
            </a:r>
            <a:r>
              <a:rPr dirty="0" err="1"/>
              <a:t>l’anticipation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Sécurité intégrée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/>
            <a:r>
              <a:t>Authentification JWT</a:t>
            </a:r>
          </a:p>
          <a:p>
            <a:pPr lvl="1"/>
            <a:r>
              <a:t>Gestion des rôles</a:t>
            </a:r>
          </a:p>
          <a:p>
            <a:pPr lvl="1"/>
            <a:r>
              <a:t>Affichage dynamique selon profil</a:t>
            </a:r>
          </a:p>
          <a:p>
            <a:pPr lvl="1"/>
            <a:r>
              <a:t>Protection des données sensibles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globale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lvl="1"/>
            <a:r>
              <a:rPr dirty="0"/>
              <a:t>Frontend </a:t>
            </a:r>
            <a:r>
              <a:rPr lang="fr-FR" dirty="0"/>
              <a:t>et </a:t>
            </a:r>
            <a:r>
              <a:rPr dirty="0"/>
              <a:t>Backend</a:t>
            </a:r>
            <a:endParaRPr lang="fr-FR" dirty="0"/>
          </a:p>
          <a:p>
            <a:pPr marL="457200" lvl="1" indent="0">
              <a:buNone/>
            </a:pPr>
            <a:r>
              <a:rPr lang="en-MA" dirty="0"/>
              <a:t>(Choix du language : Python ou autre)</a:t>
            </a:r>
            <a:endParaRPr lang="fr-FR" dirty="0"/>
          </a:p>
          <a:p>
            <a:pPr lvl="1"/>
            <a:r>
              <a:rPr dirty="0"/>
              <a:t>Module IA : scoring + anomalies</a:t>
            </a:r>
          </a:p>
          <a:p>
            <a:pPr lvl="1"/>
            <a:r>
              <a:rPr dirty="0"/>
              <a:t>Base de données </a:t>
            </a:r>
            <a:r>
              <a:rPr dirty="0" err="1"/>
              <a:t>centralisée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Organisation</a:t>
            </a:r>
            <a:r>
              <a:rPr dirty="0"/>
              <a:t> du stage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dirty="0"/>
          </a:p>
          <a:p>
            <a:pPr lvl="1"/>
            <a:r>
              <a:rPr dirty="0"/>
              <a:t>Durée : 2 </a:t>
            </a:r>
            <a:r>
              <a:rPr dirty="0" err="1"/>
              <a:t>mois</a:t>
            </a:r>
            <a:endParaRPr dirty="0"/>
          </a:p>
          <a:p>
            <a:pPr lvl="1"/>
            <a:r>
              <a:rPr dirty="0"/>
              <a:t>Phase 1 : Conception (critique)</a:t>
            </a:r>
          </a:p>
          <a:p>
            <a:pPr lvl="1"/>
            <a:r>
              <a:rPr dirty="0"/>
              <a:t>Phase 2 : Développement</a:t>
            </a:r>
          </a:p>
          <a:p>
            <a:pPr lvl="1"/>
            <a:r>
              <a:rPr dirty="0"/>
              <a:t>Phase 3 : </a:t>
            </a:r>
            <a:r>
              <a:rPr dirty="0" err="1"/>
              <a:t>Démo</a:t>
            </a:r>
            <a:r>
              <a:rPr dirty="0"/>
              <a:t> finale</a:t>
            </a:r>
            <a:endParaRPr lang="fr-FR" dirty="0"/>
          </a:p>
          <a:p>
            <a:pPr marL="457200" lvl="1" indent="0">
              <a:buNone/>
            </a:pPr>
            <a:endParaRPr lang="en-MA" dirty="0"/>
          </a:p>
          <a:p>
            <a:pPr marL="457200" lvl="1" indent="0">
              <a:buNone/>
            </a:pPr>
            <a:r>
              <a:rPr lang="en-MA" dirty="0"/>
              <a:t>Début : le 22 juin 2026</a:t>
            </a:r>
          </a:p>
          <a:p>
            <a:pPr marL="457200" lvl="1" indent="0">
              <a:buNone/>
            </a:pPr>
            <a:r>
              <a:rPr lang="en-MA" dirty="0"/>
              <a:t>Fin potentielle : 4 septembre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1 : Conception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Obligatoire</a:t>
            </a:r>
            <a:r>
              <a:rPr dirty="0"/>
              <a:t> avant </a:t>
            </a:r>
            <a:r>
              <a:rPr dirty="0" err="1"/>
              <a:t>développement</a:t>
            </a:r>
            <a:endParaRPr dirty="0"/>
          </a:p>
          <a:p>
            <a:pPr lvl="1"/>
            <a:r>
              <a:rPr dirty="0"/>
              <a:t>Cahier des charges</a:t>
            </a:r>
          </a:p>
          <a:p>
            <a:pPr lvl="1"/>
            <a:r>
              <a:rPr dirty="0"/>
              <a:t>MOD350 : </a:t>
            </a:r>
            <a:r>
              <a:rPr dirty="0" err="1"/>
              <a:t>spécifications</a:t>
            </a:r>
            <a:r>
              <a:rPr dirty="0"/>
              <a:t> </a:t>
            </a:r>
            <a:r>
              <a:rPr dirty="0" err="1"/>
              <a:t>fonctionnelles</a:t>
            </a:r>
            <a:endParaRPr dirty="0"/>
          </a:p>
          <a:p>
            <a:pPr lvl="1"/>
            <a:r>
              <a:rPr dirty="0"/>
              <a:t>MOD360 : architecture technique</a:t>
            </a:r>
          </a:p>
          <a:p>
            <a:pPr lvl="1"/>
            <a:r>
              <a:rPr dirty="0" err="1"/>
              <a:t>Modélisation</a:t>
            </a:r>
            <a:r>
              <a:rPr dirty="0"/>
              <a:t> base de données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2 : Développement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/>
            <a:r>
              <a:t>API backend</a:t>
            </a:r>
          </a:p>
          <a:p>
            <a:pPr lvl="1"/>
            <a:r>
              <a:t>Interface dashboard</a:t>
            </a:r>
          </a:p>
          <a:p>
            <a:pPr lvl="1"/>
            <a:r>
              <a:t>Intégration IA</a:t>
            </a:r>
          </a:p>
          <a:p>
            <a:pPr lvl="1"/>
            <a:r>
              <a:t>Sécurité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Bonus IA (si avance rapide)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lvl="1"/>
            <a:r>
              <a:rPr dirty="0"/>
              <a:t>Assistant IA</a:t>
            </a:r>
          </a:p>
          <a:p>
            <a:pPr lvl="1"/>
            <a:r>
              <a:rPr dirty="0" err="1"/>
              <a:t>Recommandations</a:t>
            </a:r>
            <a:r>
              <a:rPr dirty="0"/>
              <a:t> </a:t>
            </a:r>
            <a:r>
              <a:rPr dirty="0" err="1"/>
              <a:t>automatiques</a:t>
            </a:r>
            <a:endParaRPr dirty="0"/>
          </a:p>
          <a:p>
            <a:pPr lvl="1"/>
            <a:r>
              <a:rPr dirty="0"/>
              <a:t>Simulation de </a:t>
            </a:r>
            <a:r>
              <a:rPr dirty="0" err="1"/>
              <a:t>scénarios</a:t>
            </a: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/>
            <a:r>
              <a:t>Application opérationnelle</a:t>
            </a:r>
          </a:p>
          <a:p>
            <a:pPr lvl="1"/>
            <a:r>
              <a:t>Dashboard démontrable</a:t>
            </a:r>
          </a:p>
          <a:p>
            <a:pPr lvl="1"/>
            <a:r>
              <a:t>Documentation complète</a:t>
            </a:r>
          </a:p>
          <a:p>
            <a:pPr lvl="1"/>
            <a:r>
              <a:t>Présentation client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317</Words>
  <Application>Microsoft Macintosh PowerPoint</Application>
  <PresentationFormat>On-screen Show (4:3)</PresentationFormat>
  <Paragraphs>89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SMART SUPPLY CHAIN DASHBOARD</vt:lpstr>
      <vt:lpstr>Problème métier</vt:lpstr>
      <vt:lpstr>Notre réponse</vt:lpstr>
      <vt:lpstr>Dashboard exécutif</vt:lpstr>
      <vt:lpstr>Exemples de KPIs clés</vt:lpstr>
      <vt:lpstr>Scoring intelligent (différenciateur)</vt:lpstr>
      <vt:lpstr>Analyse intelligente</vt:lpstr>
      <vt:lpstr>Insights générés</vt:lpstr>
      <vt:lpstr>Sécurité intégrée</vt:lpstr>
      <vt:lpstr>Architecture globale</vt:lpstr>
      <vt:lpstr>Organisation du stage</vt:lpstr>
      <vt:lpstr>Phase 1 : Conception</vt:lpstr>
      <vt:lpstr>Phase 2 : Développement</vt:lpstr>
      <vt:lpstr>Bonus IA (si avance rapide)</vt:lpstr>
      <vt:lpstr>Livrables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Yasmine Nabbad</cp:lastModifiedBy>
  <cp:revision>6</cp:revision>
  <dcterms:created xsi:type="dcterms:W3CDTF">2013-01-27T09:14:16Z</dcterms:created>
  <dcterms:modified xsi:type="dcterms:W3CDTF">2026-06-22T10:16:23Z</dcterms:modified>
  <cp:category/>
</cp:coreProperties>
</file>